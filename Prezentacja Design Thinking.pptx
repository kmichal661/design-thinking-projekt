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97659dc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97659dc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97659dc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97659dc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97659dc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97659dc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197659dc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197659dc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97659dc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197659dc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9ad9c13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9ad9c13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19ad9c13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19ad9c13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9ad9c13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19ad9c13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9ad9c13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9ad9c1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9ad9c13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9ad9c13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9ad9c13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9ad9c13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9ad9c13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19ad9c13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9ad9c13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9ad9c13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19ad9c13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19ad9c13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9ad9c13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9ad9c13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Student w mieście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Nasz zespół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Michał Kubicki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Sławomir Budziński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Wiktor Kowalski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Problem główny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Nowi studenci (zarówno lokalni, jak i zagraniczni) mają trudności z szybkim i bezpiecznym rozpoczęciem życia studenckiego w nowym mieście – w szczególności z odnalezieniem wiarygodnych informacji, mieszkań, załatwieniem formalności oraz nawiązaniem pierwszych relacji społecznych.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Objawy problemu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Chaos informacyjny (różne źródła, niespójne dane)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Brak zaufania do ofert mieszkań lub usług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Samotność, brak sieci kontaktów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Bariery językowe i kulturowe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- Stres związany z formalnościami i logistyką (transport, bank, SIM, dokumenty)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Potrzeba użytkowników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Uproszczony, zaufany, wielojęzyczny przewodnik „na start” – aplikacja wspierająca studenta w pierwszych tygodniach w mieście: krok po kroku, z wiarygodnymi ofertami i wsparciem społeczności. Dodatkowo aplikacja będzie wspierać studenta również później, przez cały okres studiów, dostarczając przydatne informacje, oferty i społecznościowe wsparcie na różnych etapach życia akademickiego.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Empatyzacja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75" y="1055300"/>
            <a:ext cx="8811351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Definicja userów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50" y="1017724"/>
            <a:ext cx="7992701" cy="39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Fishbone diagram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88" y="1125225"/>
            <a:ext cx="831901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Generowanie Pomysłów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087" y="997200"/>
            <a:ext cx="4983823" cy="4146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Prototypowanie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Ekran 1: Ekran powitalny / onboarding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57141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Logo uczelni lub miasta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Wybór języka (PL / EN / inne)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- Krótkie pytanie: „Czy jesteś studentem z Polski czy z zagranicy?”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3650" y="78788"/>
            <a:ext cx="2293300" cy="498593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6" name="Google Shape;116;p23"/>
          <p:cNvCxnSpPr/>
          <p:nvPr/>
        </p:nvCxnSpPr>
        <p:spPr>
          <a:xfrm>
            <a:off x="10518750" y="1084025"/>
            <a:ext cx="717600" cy="7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Ekran 2: Moje pierwsze kroki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57438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Checklista z najważniejszymi zadaniami (dynamiczna):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- Znajdź mieszkanie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- Zrób legitymację studencką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- Załóż konto bankowe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  - Kup kartę miejską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  - Poznaj swojego mentora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175" y="63225"/>
            <a:ext cx="2307600" cy="50170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Ekran 3: Mapa Studencka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4495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Interaktywna mapa z kategoriami: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Zakwaterowanie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Jedzenie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Transport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Miejsca spotkań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- Punkty pomocy uczelnianej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025" y="59800"/>
            <a:ext cx="2310750" cy="50239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Ekran 4: Znajdź kolegę / mentora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5232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Prosty formularz: wybierz kierunek, rok, język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Sugestie: „Poznaj Kasię z pierwszego roku informatyki”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- Czat lub wiadomość powitalna („Hej! Szukasz współlokatora?”)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625" y="76200"/>
            <a:ext cx="2295675" cy="4991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Ekran 5: Centrum pomocy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52032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Sekcja FAQ: „Jak złożyć dokumenty?”, „Jak dostać się do dziekanatu?”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- Linki do oficjalnych stron uczelni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- Numery alarmowe i kontakt do uczelnianego biura ds. studentów zagranicznych.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550" y="84787"/>
            <a:ext cx="2287775" cy="497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Pytania do użytkownika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900" y="1017725"/>
            <a:ext cx="6172200" cy="43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